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8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2" autoAdjust="0"/>
    <p:restoredTop sz="81172" autoAdjust="0"/>
  </p:normalViewPr>
  <p:slideViewPr>
    <p:cSldViewPr snapToGrid="0" showGuides="1">
      <p:cViewPr varScale="1">
        <p:scale>
          <a:sx n="72" d="100"/>
          <a:sy n="72" d="100"/>
        </p:scale>
        <p:origin x="33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AE6D1-85B7-4FC1-8794-13BC5D54D5D4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A44BAF-1D23-484F-BE97-256D68A18E1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82176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You can see examples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A44BAF-1D23-484F-BE97-256D68A18E16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73399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Note the use of her custom Functions</a:t>
            </a:r>
          </a:p>
          <a:p>
            <a:pPr marL="228600" indent="-228600">
              <a:buAutoNum type="arabicParenR"/>
            </a:pPr>
            <a:r>
              <a:rPr lang="en-US" dirty="0"/>
              <a:t>Note the required data format ..frame needs to be in </a:t>
            </a:r>
          </a:p>
          <a:p>
            <a:pPr marL="228600" indent="-228600">
              <a:buAutoNum type="arabicParenR"/>
            </a:pPr>
            <a:r>
              <a:rPr lang="en-US" dirty="0"/>
              <a:t>Need to transform your data into this format (array).</a:t>
            </a:r>
          </a:p>
          <a:p>
            <a:pPr marL="228600" indent="-228600">
              <a:buAutoNum type="arabicParenR"/>
            </a:pPr>
            <a:r>
              <a:rPr lang="en-US" dirty="0" err="1"/>
              <a:t>Whatch</a:t>
            </a:r>
            <a:r>
              <a:rPr lang="en-US" dirty="0"/>
              <a:t> for custom scripts to </a:t>
            </a:r>
            <a:r>
              <a:rPr lang="en-US" dirty="0" err="1"/>
              <a:t>featurize</a:t>
            </a:r>
            <a:r>
              <a:rPr lang="en-US" dirty="0"/>
              <a:t>. Must name “label” and “features” respectively.</a:t>
            </a:r>
          </a:p>
          <a:p>
            <a:pPr marL="228600" indent="-228600">
              <a:buAutoNum type="arabicParenR"/>
            </a:pPr>
            <a:r>
              <a:rPr lang="en-US" dirty="0"/>
              <a:t>Note Zero based indexing</a:t>
            </a:r>
          </a:p>
          <a:p>
            <a:pPr marL="228600" indent="-228600">
              <a:buAutoNum type="arabicParenR"/>
            </a:pPr>
            <a:r>
              <a:rPr lang="en-US" dirty="0"/>
              <a:t>Can tune the entire pipeline at once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A44BAF-1D23-484F-BE97-256D68A18E16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77694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Normal cv tunes params individually. 4 fits for training and 1 for test.</a:t>
            </a:r>
          </a:p>
          <a:p>
            <a:pPr marL="228600" indent="-228600">
              <a:buAutoNum type="arabicParenR"/>
            </a:pPr>
            <a:r>
              <a:rPr lang="en-US" dirty="0"/>
              <a:t>Average </a:t>
            </a:r>
            <a:r>
              <a:rPr lang="en-US" dirty="0" err="1"/>
              <a:t>evaluartion</a:t>
            </a:r>
            <a:r>
              <a:rPr lang="en-US" dirty="0"/>
              <a:t> over 5 folds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A44BAF-1D23-484F-BE97-256D68A18E16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26312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ML Pipelines, transformers and </a:t>
            </a:r>
            <a:r>
              <a:rPr lang="en-US" dirty="0" err="1"/>
              <a:t>estmators</a:t>
            </a:r>
            <a:r>
              <a:rPr lang="en-US" dirty="0"/>
              <a:t> </a:t>
            </a:r>
          </a:p>
          <a:p>
            <a:pPr marL="228600" indent="-228600">
              <a:buAutoNum type="arabicParenR"/>
            </a:pPr>
            <a:r>
              <a:rPr lang="en-US" dirty="0"/>
              <a:t>Transformers… transform function , estimators , the fit method/</a:t>
            </a:r>
          </a:p>
          <a:p>
            <a:pPr marL="228600" indent="-228600">
              <a:buAutoNum type="arabicParenR"/>
            </a:pPr>
            <a:r>
              <a:rPr lang="en-US" dirty="0"/>
              <a:t>Tokenizer and Hashing TF , are transformers , log reg is the estimator </a:t>
            </a:r>
          </a:p>
          <a:p>
            <a:pPr marL="228600" indent="-228600">
              <a:buAutoNum type="arabicParenR"/>
            </a:pPr>
            <a:r>
              <a:rPr lang="en-US" dirty="0"/>
              <a:t>After the pipeline runs , it becomes a transformer , and is used to </a:t>
            </a:r>
            <a:r>
              <a:rPr lang="en-US" dirty="0" err="1"/>
              <a:t>tranfsform</a:t>
            </a:r>
            <a:r>
              <a:rPr lang="en-US" dirty="0"/>
              <a:t> the input </a:t>
            </a:r>
            <a:r>
              <a:rPr lang="en-US" dirty="0" err="1"/>
              <a:t>df</a:t>
            </a:r>
            <a:r>
              <a:rPr lang="en-US" dirty="0"/>
              <a:t> top predictions ; the pipeline model is used at test timer.</a:t>
            </a:r>
          </a:p>
          <a:p>
            <a:pPr marL="228600" indent="-228600">
              <a:buAutoNum type="arabicParenR"/>
            </a:pPr>
            <a:r>
              <a:rPr lang="en-US" dirty="0"/>
              <a:t>All estimators in the </a:t>
            </a:r>
            <a:r>
              <a:rPr lang="en-US" dirty="0" err="1"/>
              <a:t>orin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A44BAF-1D23-484F-BE97-256D68A18E16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03728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B6634-026A-0593-CD46-48594C78CF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5240AC-74C3-FB17-2CCD-6A0A672E3C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BC003-4B6A-D9CA-4C34-98B57F72E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61AC-B2D0-420C-B384-7772EC493A98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314CA-72AE-ADEF-B81A-BFBF28D34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C6AD1-138B-FC1E-B69D-8B3B0CB6F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20D3F-CAEE-4E32-8C78-35BCD82198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40699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0B260-8751-5541-CF3B-4AA5E6FBD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3621A-8F3A-D238-7E23-830D16BC3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2FC45-7465-3A9F-C7F0-0D3C7D83C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61AC-B2D0-420C-B384-7772EC493A98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95B50-4F47-6EE0-19AC-EC53FB9A4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AD184-8D26-2250-675B-9DA69260B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20D3F-CAEE-4E32-8C78-35BCD82198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90596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58A98-57EE-A6D6-D47B-A770B1817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4822-B34C-B331-90D8-0FA2BEF2D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F247B-26BD-260A-43FF-70273C894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61AC-B2D0-420C-B384-7772EC493A98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4824A-51E3-9DE0-9727-04282402C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E1D96-8893-33FD-543E-4797F04E2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20D3F-CAEE-4E32-8C78-35BCD82198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2531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8BBAD-FA10-1915-B7D4-91FF699EE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FCF79-1887-C547-FD40-0A52BA9F2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14B65-3C12-345E-F728-E7AD4FF7C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D6510-9E63-AA4F-022D-3D8151D62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61AC-B2D0-420C-B384-7772EC493A98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558344-BD64-DCA7-E4D8-208FFFE9A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D55DF-81C0-F0B1-6AFE-227E1C5A2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20D3F-CAEE-4E32-8C78-35BCD82198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21360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78DA4-C3E5-5EA5-B24F-066217906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12863-E6CE-4973-0EFC-9091C3562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46FE2-EE77-2430-E02E-CF179E8C4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A88677-6901-433E-99FA-AB532F6D29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D188BF-93F1-3CB3-0047-0DA881BA10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A81BDB-1198-E618-65B3-0C8212B15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61AC-B2D0-420C-B384-7772EC493A98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9578FC-4107-F306-6243-B902C5647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8AD047-6415-A656-ADE3-E42CE5BE0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20D3F-CAEE-4E32-8C78-35BCD82198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19879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761BD-1BBD-0847-6EFA-C6A639909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4C9BBB-ED18-8CF4-9DC6-BD69F520C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61AC-B2D0-420C-B384-7772EC493A98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FAA6EB-91B8-F49C-3AD0-81698AA3E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9E80-4B2E-1B41-2B1B-A6DE8E73D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20D3F-CAEE-4E32-8C78-35BCD82198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16814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DBEDDF-12BE-78E8-5F6A-0BB93C626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61AC-B2D0-420C-B384-7772EC493A98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7389B9-D1C5-0017-C802-3E8D6E952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F8738-F474-5479-360E-1836D81F4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20D3F-CAEE-4E32-8C78-35BCD82198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89795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0C5A2-82C5-418F-9438-2F1558319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DB47E-18D0-E7C3-5A8A-A68AC3A1E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79F137-A93E-93B3-9974-B277A7CB4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20D62E-729F-B1B4-D28A-8ADEF8877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61AC-B2D0-420C-B384-7772EC493A98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602E4-9F16-CD9C-1027-6D618A440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8BDE7-0F53-65DB-E920-7118BFCFA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20D3F-CAEE-4E32-8C78-35BCD82198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9344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68FFF-6B86-E367-15FC-B5A93AD15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376B84-0A6A-33CB-5A33-4220E2CF8A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F0FD0E-BFF7-0FC7-F0B8-984F58CC1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FD6E8-F807-450E-23C3-0C3692274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61AC-B2D0-420C-B384-7772EC493A98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213F-43F0-3E83-E4F0-087C2CD62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BE6F4-90D4-7A95-FA11-A8E9C8807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20D3F-CAEE-4E32-8C78-35BCD82198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84744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66043-AC04-ADD8-7D8D-28014C5F1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7E4FF8-89DE-AD49-B690-9088422D8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29422-F52C-A1A7-74C8-6DA693656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61AC-B2D0-420C-B384-7772EC493A98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F87CF-75E2-2DC5-41AF-E6981D041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F972B-726F-88CE-06D5-F3390086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20D3F-CAEE-4E32-8C78-35BCD82198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89575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431257-C879-47F5-8E25-C6FD1AEAB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7FC187-6DB4-3919-4037-0D9A36C51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3CC2B-3FE0-07CD-4B6C-BF41BC66D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61AC-B2D0-420C-B384-7772EC493A98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2C9CC-502D-40CA-FDF6-2DDC412AB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B3881-FFCF-1B6C-90ED-AD53E5542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20D3F-CAEE-4E32-8C78-35BCD82198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05282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9431C2-CB45-3D52-FEA2-A0934C490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771FA-0DC9-4D98-82D7-88CEAF829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49011-33CA-5180-0C54-32F7F3ECB5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E61AC-B2D0-420C-B384-7772EC493A98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65879-11BF-4DD9-4596-5863B41169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19EB3-AAD0-CD67-CEB6-3E3EA9727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220D3F-CAEE-4E32-8C78-35BCD82198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15410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CB9E1-10DE-405E-7371-9A54F2867C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Spark ML Summary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A67FB4-653F-FB1C-7DD7-AAAC3679BB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09324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7116-147E-7B06-514D-22AD696F5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42. Intro to MLIB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4A8AC6-CBEC-2B32-E92B-3F34F77185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9099" y="1111596"/>
            <a:ext cx="5467631" cy="25020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6D7243-610D-3D10-C27C-E127C1E4D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03476"/>
            <a:ext cx="4159464" cy="23496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005FFA-0ED7-6EF2-7EFC-14AC4EA3A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209" y="639762"/>
            <a:ext cx="4483330" cy="21972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D2BF3B-E4D4-E5E5-9B04-C476B8B853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2373" y="3920650"/>
            <a:ext cx="5702593" cy="217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25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F4037-CD02-EB82-91D6-65EB37C4B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4AB98-2750-1CE7-732A-F56A08EF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3145C3-8B87-1B16-D63A-A412699E6A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6406" y="251402"/>
            <a:ext cx="4959605" cy="30735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405C0C-DFD6-D19E-22E3-30A38096B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99" y="3533041"/>
            <a:ext cx="5534184" cy="32259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163CCC-60DA-CEAA-7AF3-206C20EBA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65125"/>
            <a:ext cx="5512083" cy="245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564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D089E-0122-0959-F005-4490AACE2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A8029-A091-C735-AE2B-BABCE72C8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43. Model Selection and tuning.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4B3968-B003-6C6A-BE8A-7021776A2A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1206" y="876184"/>
            <a:ext cx="3549832" cy="22480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79DF75-327A-FF30-6071-D830EF62FB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206" y="3566974"/>
            <a:ext cx="5588287" cy="26925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AF2FA5-9D5C-9785-658F-C0E78247D1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0328" y="853940"/>
            <a:ext cx="5283472" cy="25401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E7DAFD-97AB-392C-A418-411D49265E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1847" y="3724132"/>
            <a:ext cx="5416828" cy="276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540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DD753-7F64-2044-DFF8-43E29DD8B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E04EA-B079-821E-5203-10E0B9F2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787" y="298865"/>
            <a:ext cx="10515600" cy="85448"/>
          </a:xfrm>
        </p:spPr>
        <p:txBody>
          <a:bodyPr>
            <a:normAutofit fontScale="90000"/>
          </a:bodyPr>
          <a:lstStyle/>
          <a:p>
            <a:r>
              <a:rPr lang="en-US" dirty="0"/>
              <a:t>Cross validation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0DD1CB-AD07-4317-ED92-F484509BD3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3787" y="669270"/>
            <a:ext cx="5454930" cy="26353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23899A-656C-43AB-E1FB-CED710F7A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095" y="3594476"/>
            <a:ext cx="5454930" cy="27115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E47D4A-AE31-F784-1CAF-DAA0F156EB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3285" y="574015"/>
            <a:ext cx="5261113" cy="27306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0F12E2-127D-43B4-8B55-72639F6D7A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0315" y="3852590"/>
            <a:ext cx="5645440" cy="257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373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674EF-11EE-0E54-929A-A0C629B0C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D8132-B100-E4D5-D975-A85E04DB7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E81EC7-0274-B3D9-C58C-A3B020F9E8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8152" y="229878"/>
            <a:ext cx="5797848" cy="26925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406AA0-8908-4DB7-13FE-478BFE91C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152" y="3264626"/>
            <a:ext cx="5588287" cy="28004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7F21AE-A07F-13A8-118E-91AD861964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7792" y="47245"/>
            <a:ext cx="5413535" cy="196132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63682C-F2C7-57BD-B029-ACE08ED9C5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7792" y="2177256"/>
            <a:ext cx="5316634" cy="223531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25C223-AE5D-97F1-3C27-CF77DE710B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1744" y="4581260"/>
            <a:ext cx="5950256" cy="196132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48841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D2C6C-6DF2-0760-9913-0C027F2F5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39F40-9D4E-7855-296D-BA6B823D8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877B5-59B1-8957-CEE5-EDE598099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35221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CBC5C-F031-6AF7-634E-E44FEE9D5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C0143-F916-9CF9-46FF-9912F8D1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9A9FB-631D-50D2-0A9E-7F3A788F0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46704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2BB09-12B6-6559-F154-B5C104FD3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1D20D-36DF-CF3B-3E31-CE0AA06A91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6CA0D-0B78-A395-63B5-8E37698954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30058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2ABE6-4C57-FCAA-84CF-779D20369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7B7E2-3BA9-97D8-0AB8-E69A35763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518C9-DCFA-4EDB-DB75-5C629311C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971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873F9-20F9-EA6C-694D-203A669F1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694C-D109-9A5E-48C6-73CA78B92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54042-B6C8-DCA5-0415-2BC5B627E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1526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43EE5-6C57-29BB-5824-C22ED2288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6E608-EEDA-8689-288E-6F894484F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68D65-A14D-6B42-7F16-ED0BB7EBF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09830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E2EED-8D58-CCC5-0E36-DF01F2FF0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AE91A-3374-C94B-55FF-D8344A29E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DBBAD-54AA-6C3D-CD81-F75500E9B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39807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C136F-2557-7E04-5B11-DB1C7A6AC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467C0-786C-5745-262D-41D2AF4F61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A51DC-0D73-F6E9-9A23-A82849E5A7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0787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A5373-E099-FEB6-9109-9498A7ADA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06A80-AA13-14A4-5FD0-01B8F374E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01DB7-C449-2328-003C-168B1A13B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21856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7DD20-9DEF-1943-CA33-EC80FB8D9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8301-A841-E99A-C616-ADE2C1C98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EEAD9-09D4-820B-C156-7270CD321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19095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8FFDC-8D5D-E9BD-20DC-D1E177F3E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8BF45-5398-5CFE-1C5E-782B52305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68071-CD57-2556-274E-BBCBB7AD5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77938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95199-7BBE-EDD9-FF30-82AF3DCE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D5DE7-2914-E316-C872-59D544769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8E8BC-3062-7CE0-C7DE-469099112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90612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E0B56-F691-20D7-B307-87C472517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0FFED-E426-12BD-6A38-6F30C9D626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E096C-1C30-F9E4-2FF0-B6A74D7558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88958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48AF3-21C1-05E5-EB47-206CC620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43317-B178-92EB-1282-C204348A7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56C64-EFFD-EBA3-03D2-698908042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371361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EAC6F-8525-2EDB-1A58-356A818FF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C06B6-878D-DB73-61F2-F5E5C2473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AFC44-3AEB-43A6-69E7-E97B2EAC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08597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273FA-952B-8750-8ABE-3AEAADE7F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DBA34-7348-A412-81A4-9A751C4E5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48EF4-525F-05E8-AC9D-215893C37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448339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6B5B3-30C0-3B05-6707-ECFD7AA00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28337-E13E-AE9D-15D3-BBF484CD5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E725A-F0C6-32E2-B49A-ED67A6D6E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56555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4BCE4-1219-85F5-D89C-7CBEA6FD5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B9657-1923-CDC8-9111-3E1B1A210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4F2D6-65D7-5426-E83B-DCF92F593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27323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00005-FC6E-567B-7124-F26BED5EE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871BF-A863-3506-A468-7A8203007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48611-54AD-A677-C436-875A2BDBC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154337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3A623-7231-8D09-DF11-B9EE1A5B8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A64B9-60F1-C97D-F046-FE2B2E7C8E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32111D-7EEC-5519-71A7-3FC5DE39B2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31768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7157E-E33E-B50B-D989-273B2B868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D9233-C294-CBD8-43E7-90C69A121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3F4C5-9920-051F-430A-0367DE3F0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182370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E83E5-9EB3-9C66-353A-5FA75D957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AD415-DB9B-F59A-69C2-01FAD6C5E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96345-62C6-EFDB-2FF3-01E4B9B0C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482241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B4A9E-33F2-44A0-0DA5-BBBCF7B30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34365-490A-DFBD-785B-CB7E4D5CF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BF6E1-8465-BFEB-5D55-C3DD80801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881958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9B9B0-5ADD-62DE-2F74-96A9850CD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4505-F8C2-36FC-4475-E765EBF52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BA1BC-A2E6-2F37-05A6-4056BF8B8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287235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E51E7-D46D-4838-DC3F-9C891C7B9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95743-7050-6070-BF6D-954BA56E0D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DA527-B0C6-3B04-50B4-8BECFB59EE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270121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0ACFF-66F5-F8C7-0FE4-054857D3C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CBA95-ED3B-1D61-4221-A9EB86AFF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9CD83-BA82-7014-22E5-D6122C3D1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362770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39E95-AE99-E95F-479B-C12D522E0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B611F-D2EC-217F-3F45-951A4F2CE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7D4CD-0D20-F70A-8BEF-97D677B2B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071607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0B512-128E-63FD-0175-8A30AEEBA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71042-9ADC-70CA-B045-D9F2948BA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C2DA3-D6C2-B898-53E4-2E876C22E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832125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21F8B-310D-F946-990F-E96965E1C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7925A-16E7-CD6F-F6FE-AF6F10287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2617F-18D8-2D34-7FCF-4C4C477E5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58495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58DE2-3D0C-1C47-F83C-B34113BC2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0EFC7-A512-87D6-8DF8-8F6E0EA21A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AF763-473F-99DD-DFF0-C22D96061C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563772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49086-B0CC-94D4-E4A0-F523F5A5E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8219F-CC24-03F6-BA28-7727AAB71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D5F6A-0894-7C0B-ED6F-1E36F6C37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207680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01718-FB20-AB9E-EAB7-1BD0C6DB5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A9023-DA58-EA25-86C0-6E55BAF1E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A3191-1353-58FB-178D-5966D797A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28551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3104</TotalTime>
  <Words>170</Words>
  <Application>Microsoft Office PowerPoint</Application>
  <PresentationFormat>Widescreen</PresentationFormat>
  <Paragraphs>22</Paragraphs>
  <Slides>38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Aptos</vt:lpstr>
      <vt:lpstr>Aptos Display</vt:lpstr>
      <vt:lpstr>Arial</vt:lpstr>
      <vt:lpstr>Office Theme</vt:lpstr>
      <vt:lpstr>Spark ML Summary</vt:lpstr>
      <vt:lpstr>42. Intro to MLIB</vt:lpstr>
      <vt:lpstr>PowerPoint Presentation</vt:lpstr>
      <vt:lpstr>43. Model Selection and tuning.</vt:lpstr>
      <vt:lpstr>Cross validation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Graham Bortz</dc:creator>
  <cp:lastModifiedBy>Graham Bortz</cp:lastModifiedBy>
  <cp:revision>16</cp:revision>
  <dcterms:created xsi:type="dcterms:W3CDTF">2025-11-18T05:29:32Z</dcterms:created>
  <dcterms:modified xsi:type="dcterms:W3CDTF">2025-11-25T06:24:15Z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6d8a90e-c522-4829-9625-db8c70f8b095_Enabled">
    <vt:lpwstr>true</vt:lpwstr>
  </property>
  <property fmtid="{D5CDD505-2E9C-101B-9397-08002B2CF9AE}" pid="3" name="MSIP_Label_66d8a90e-c522-4829-9625-db8c70f8b095_SetDate">
    <vt:lpwstr>2025-11-25T05:32:23Z</vt:lpwstr>
  </property>
  <property fmtid="{D5CDD505-2E9C-101B-9397-08002B2CF9AE}" pid="4" name="MSIP_Label_66d8a90e-c522-4829-9625-db8c70f8b095_Method">
    <vt:lpwstr>Privileged</vt:lpwstr>
  </property>
  <property fmtid="{D5CDD505-2E9C-101B-9397-08002B2CF9AE}" pid="5" name="MSIP_Label_66d8a90e-c522-4829-9625-db8c70f8b095_Name">
    <vt:lpwstr>Public</vt:lpwstr>
  </property>
  <property fmtid="{D5CDD505-2E9C-101B-9397-08002B2CF9AE}" pid="6" name="MSIP_Label_66d8a90e-c522-4829-9625-db8c70f8b095_SiteId">
    <vt:lpwstr>cffa6640-7572-4f05-9c64-cd88068c19d4</vt:lpwstr>
  </property>
  <property fmtid="{D5CDD505-2E9C-101B-9397-08002B2CF9AE}" pid="7" name="MSIP_Label_66d8a90e-c522-4829-9625-db8c70f8b095_ActionId">
    <vt:lpwstr>81c50b62-4987-40ca-b06d-b1a1636d6d06</vt:lpwstr>
  </property>
  <property fmtid="{D5CDD505-2E9C-101B-9397-08002B2CF9AE}" pid="8" name="MSIP_Label_66d8a90e-c522-4829-9625-db8c70f8b095_ContentBits">
    <vt:lpwstr>0</vt:lpwstr>
  </property>
  <property fmtid="{D5CDD505-2E9C-101B-9397-08002B2CF9AE}" pid="9" name="MSIP_Label_66d8a90e-c522-4829-9625-db8c70f8b095_Tag">
    <vt:lpwstr>10, 0, 1, 1</vt:lpwstr>
  </property>
</Properties>
</file>
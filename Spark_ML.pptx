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2" autoAdjust="0"/>
    <p:restoredTop sz="81172" autoAdjust="0"/>
  </p:normalViewPr>
  <p:slideViewPr>
    <p:cSldViewPr snapToGrid="0" showGuides="1">
      <p:cViewPr varScale="1">
        <p:scale>
          <a:sx n="57" d="100"/>
          <a:sy n="57" d="100"/>
        </p:scale>
        <p:origin x="21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AE6D1-85B7-4FC1-8794-13BC5D54D5D4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44BAF-1D23-484F-BE97-256D68A18E1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2176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 </a:t>
            </a:r>
            <a:r>
              <a:rPr lang="en-US" dirty="0" err="1"/>
              <a:t>Pallette</a:t>
            </a:r>
            <a:r>
              <a:rPr lang="en-US" dirty="0"/>
              <a:t> – all different commands </a:t>
            </a:r>
          </a:p>
          <a:p>
            <a:r>
              <a:rPr lang="en-US" dirty="0" err="1"/>
              <a:t>Usefull</a:t>
            </a:r>
            <a:r>
              <a:rPr lang="en-US" dirty="0"/>
              <a:t> is Zoom and Glyph Settings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44BAF-1D23-484F-BE97-256D68A18E16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462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B6634-026A-0593-CD46-48594C78C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240AC-74C3-FB17-2CCD-6A0A672E3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BC003-4B6A-D9CA-4C34-98B57F72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314CA-72AE-ADEF-B81A-BFBF28D3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C6AD1-138B-FC1E-B69D-8B3B0CB6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069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0B260-8751-5541-CF3B-4AA5E6FB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3621A-8F3A-D238-7E23-830D16BC3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2FC45-7465-3A9F-C7F0-0D3C7D83C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95B50-4F47-6EE0-19AC-EC53FB9A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AD184-8D26-2250-675B-9DA69260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059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58A98-57EE-A6D6-D47B-A770B181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4822-B34C-B331-90D8-0FA2BEF2D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F247B-26BD-260A-43FF-70273C89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4824A-51E3-9DE0-9727-04282402C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E1D96-8893-33FD-543E-4797F04E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53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BBAD-FA10-1915-B7D4-91FF699E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FCF79-1887-C547-FD40-0A52BA9F2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14B65-3C12-345E-F728-E7AD4FF7C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D6510-9E63-AA4F-022D-3D8151D6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58344-BD64-DCA7-E4D8-208FFFE9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D55DF-81C0-F0B1-6AFE-227E1C5A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1360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8DA4-C3E5-5EA5-B24F-06621790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12863-E6CE-4973-0EFC-9091C3562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46FE2-EE77-2430-E02E-CF179E8C4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A88677-6901-433E-99FA-AB532F6D2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188BF-93F1-3CB3-0047-0DA881BA1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A81BDB-1198-E618-65B3-0C8212B1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578FC-4107-F306-6243-B902C5647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AD047-6415-A656-ADE3-E42CE5BE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987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61BD-1BBD-0847-6EFA-C6A63990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C9BBB-ED18-8CF4-9DC6-BD69F520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AA6EB-91B8-F49C-3AD0-81698AA3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9E80-4B2E-1B41-2B1B-A6DE8E73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681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BEDDF-12BE-78E8-5F6A-0BB93C62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7389B9-D1C5-0017-C802-3E8D6E952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F8738-F474-5479-360E-1836D81F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9795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C5A2-82C5-418F-9438-2F155831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DB47E-18D0-E7C3-5A8A-A68AC3A1E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9F137-A93E-93B3-9974-B277A7CB4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0D62E-729F-B1B4-D28A-8ADEF887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602E4-9F16-CD9C-1027-6D618A44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8BDE7-0F53-65DB-E920-7118BFCF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344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8FFF-6B86-E367-15FC-B5A93AD1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76B84-0A6A-33CB-5A33-4220E2CF8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0FD0E-BFF7-0FC7-F0B8-984F58CC1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FD6E8-F807-450E-23C3-0C3692274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213F-43F0-3E83-E4F0-087C2CD6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BE6F4-90D4-7A95-FA11-A8E9C880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4744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6043-AC04-ADD8-7D8D-28014C5F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E4FF8-89DE-AD49-B690-9088422D8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29422-F52C-A1A7-74C8-6DA69365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F87CF-75E2-2DC5-41AF-E6981D041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F972B-726F-88CE-06D5-F3390086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957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31257-C879-47F5-8E25-C6FD1AEAB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FC187-6DB4-3919-4037-0D9A36C51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3CC2B-3FE0-07CD-4B6C-BF41BC66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C9CC-502D-40CA-FDF6-2DDC412A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B3881-FFCF-1B6C-90ED-AD53E554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528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431C2-CB45-3D52-FEA2-A0934C490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771FA-0DC9-4D98-82D7-88CEAF829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49011-33CA-5180-0C54-32F7F3ECB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E61AC-B2D0-420C-B384-7772EC493A98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65879-11BF-4DD9-4596-5863B4116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9EB3-AAD0-CD67-CEB6-3E3EA9727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20D3F-CAEE-4E32-8C78-35BCD82198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5410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B9E1-10DE-405E-7371-9A54F2867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Images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67FB4-653F-FB1C-7DD7-AAAC3679B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9324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2D9A-E1BC-D28E-FF92-DAE33E08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3291"/>
          </a:xfrm>
        </p:spPr>
        <p:txBody>
          <a:bodyPr>
            <a:normAutofit fontScale="90000"/>
          </a:bodyPr>
          <a:lstStyle/>
          <a:p>
            <a:r>
              <a:rPr lang="en-US" dirty="0"/>
              <a:t>Settings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1EDCBE-D136-7A22-7BD6-2F6A7861C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3326" y="1063117"/>
            <a:ext cx="2787793" cy="2762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5F2D4E-9477-B442-7ECD-859871469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349" y="611770"/>
            <a:ext cx="4927197" cy="204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8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7116-147E-7B06-514D-22AD696F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9834A-4F2C-24F4-CE2D-5D1E43E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702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0368-6954-AAE6-3FF1-493D48DEF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AFC80-F23B-AA83-5BE4-73F4FA22B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53759-6331-AB41-F9B0-2F6406C9EB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480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F4037-CD02-EB82-91D6-65EB37C4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AB98-2750-1CE7-732A-F56A08EF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31FD5-6310-AB0B-584D-F84BD0F7D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256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089E-0122-0959-F005-4490AACE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8029-A091-C735-AE2B-BABCE72C8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EEBE6-A368-C67E-1651-61A968D76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154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26FF-05B5-F01D-E0F4-72C705811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43AA-932E-229B-48FF-48478DF452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C3F1E-368A-7F99-2B4E-6BA90C930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795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D753-7F64-2044-DFF8-43E29DD8B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04EA-B079-821E-5203-10E0B9F2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75F79-891B-608C-94F1-57666F380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46373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674EF-11EE-0E54-929A-A0C629B0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8132-B100-E4D5-D975-A85E04DB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E5E06-2E90-0CA1-7CB1-58C1FF81E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8841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3053</TotalTime>
  <Words>16</Words>
  <Application>Microsoft Office PowerPoint</Application>
  <PresentationFormat>Widescreen</PresentationFormat>
  <Paragraphs>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Vscode Images</vt:lpstr>
      <vt:lpstr>Settings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2</cp:revision>
  <dcterms:created xsi:type="dcterms:W3CDTF">2025-11-18T05:29:32Z</dcterms:created>
  <dcterms:modified xsi:type="dcterms:W3CDTF">2025-11-25T05:30:50Z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93fc94-2a04-4870-acee-9c0cd4b7d590_Enabled">
    <vt:lpwstr>true</vt:lpwstr>
  </property>
  <property fmtid="{D5CDD505-2E9C-101B-9397-08002B2CF9AE}" pid="3" name="MSIP_Label_ce93fc94-2a04-4870-acee-9c0cd4b7d590_SetDate">
    <vt:lpwstr>2025-11-18T05:29:32Z</vt:lpwstr>
  </property>
  <property fmtid="{D5CDD505-2E9C-101B-9397-08002B2CF9AE}" pid="4" name="MSIP_Label_ce93fc94-2a04-4870-acee-9c0cd4b7d590_Method">
    <vt:lpwstr>Standard</vt:lpwstr>
  </property>
  <property fmtid="{D5CDD505-2E9C-101B-9397-08002B2CF9AE}" pid="5" name="MSIP_Label_ce93fc94-2a04-4870-acee-9c0cd4b7d590_Name">
    <vt:lpwstr>Internal</vt:lpwstr>
  </property>
  <property fmtid="{D5CDD505-2E9C-101B-9397-08002B2CF9AE}" pid="6" name="MSIP_Label_ce93fc94-2a04-4870-acee-9c0cd4b7d590_SiteId">
    <vt:lpwstr>cffa6640-7572-4f05-9c64-cd88068c19d4</vt:lpwstr>
  </property>
  <property fmtid="{D5CDD505-2E9C-101B-9397-08002B2CF9AE}" pid="7" name="MSIP_Label_ce93fc94-2a04-4870-acee-9c0cd4b7d590_ActionId">
    <vt:lpwstr>b2fcab51-bfbd-4b00-af6b-fcd60e8005b4</vt:lpwstr>
  </property>
  <property fmtid="{D5CDD505-2E9C-101B-9397-08002B2CF9AE}" pid="8" name="MSIP_Label_ce93fc94-2a04-4870-acee-9c0cd4b7d590_ContentBits">
    <vt:lpwstr>0</vt:lpwstr>
  </property>
  <property fmtid="{D5CDD505-2E9C-101B-9397-08002B2CF9AE}" pid="9" name="MSIP_Label_ce93fc94-2a04-4870-acee-9c0cd4b7d590_Tag">
    <vt:lpwstr>10, 3, 0, 1</vt:lpwstr>
  </property>
</Properties>
</file>